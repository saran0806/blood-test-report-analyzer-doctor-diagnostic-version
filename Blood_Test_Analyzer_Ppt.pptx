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4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5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3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4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5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6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7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4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1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3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54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3186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29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37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72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07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5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998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3024" y="670079"/>
            <a:ext cx="6593681" cy="2387600"/>
          </a:xfrm>
        </p:spPr>
        <p:txBody>
          <a:bodyPr>
            <a:normAutofit/>
          </a:bodyPr>
          <a:lstStyle/>
          <a:p>
            <a:pPr algn="r"/>
            <a:r>
              <a:rPr b="1" dirty="0">
                <a:solidFill>
                  <a:srgbClr val="FFFF00"/>
                </a:solidFill>
                <a:latin typeface="Algerian" panose="04020705040A02060702" pitchFamily="82" charset="0"/>
              </a:rPr>
              <a:t>Blood Test Report Analyzer – Doctor Diagnostic Version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3025" y="4429919"/>
            <a:ext cx="6593681" cy="1655762"/>
          </a:xfrm>
        </p:spPr>
        <p:txBody>
          <a:bodyPr>
            <a:noAutofit/>
          </a:bodyPr>
          <a:lstStyle/>
          <a:p>
            <a:endParaRPr lang="en-US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                           </a:t>
            </a:r>
            <a:r>
              <a:rPr sz="28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Core Python Project</a:t>
            </a:r>
          </a:p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                           </a:t>
            </a:r>
            <a:r>
              <a:rPr sz="28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Prepared by: Saran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 s S</a:t>
            </a:r>
            <a:endParaRPr sz="2800" dirty="0">
              <a:solidFill>
                <a:schemeClr val="tx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solidFill>
                  <a:schemeClr val="bg1"/>
                </a:solidFill>
              </a:rPr>
              <a:t>Objective: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Analyze patient blood test values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Detect abnormal results automatically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Suggest possible diseases (Malaria, Dengue, Diabetes)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Allow doctor to provide advice</a:t>
            </a:r>
          </a:p>
          <a:p>
            <a:endParaRPr dirty="0"/>
          </a:p>
          <a:p>
            <a:r>
              <a:rPr dirty="0">
                <a:solidFill>
                  <a:schemeClr val="bg1"/>
                </a:solidFill>
              </a:rPr>
              <a:t>Technology: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Core Python only, console-based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Supports multiple patients</a:t>
            </a:r>
          </a:p>
          <a:p>
            <a:r>
              <a:rPr dirty="0"/>
              <a:t>Automatic abnormal detection (High / Low)</a:t>
            </a:r>
          </a:p>
          <a:p>
            <a:r>
              <a:rPr dirty="0"/>
              <a:t>Disease suggestions based on blood test patterns</a:t>
            </a:r>
          </a:p>
          <a:p>
            <a:r>
              <a:rPr dirty="0"/>
              <a:t>Doctor advice input</a:t>
            </a:r>
          </a:p>
          <a:p>
            <a:r>
              <a:rPr dirty="0"/>
              <a:t>Individual patient report + Master summary report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Blood Test Input (Sample)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dirty="0">
                <a:solidFill>
                  <a:schemeClr val="bg1"/>
                </a:solidFill>
              </a:rPr>
              <a:t>Test	</a:t>
            </a:r>
            <a:r>
              <a:rPr lang="en-US" dirty="0"/>
              <a:t>                  </a:t>
            </a:r>
            <a:r>
              <a:rPr dirty="0">
                <a:solidFill>
                  <a:schemeClr val="bg1"/>
                </a:solidFill>
              </a:rPr>
              <a:t>Normal Range</a:t>
            </a:r>
            <a:r>
              <a:rPr dirty="0"/>
              <a:t>	</a:t>
            </a:r>
            <a:r>
              <a:rPr lang="en-US" dirty="0"/>
              <a:t>    </a:t>
            </a:r>
            <a:r>
              <a:rPr dirty="0">
                <a:solidFill>
                  <a:schemeClr val="bg1"/>
                </a:solidFill>
              </a:rPr>
              <a:t>Sample Value</a:t>
            </a:r>
          </a:p>
          <a:p>
            <a:r>
              <a:rPr dirty="0"/>
              <a:t>Hemoglobin	</a:t>
            </a:r>
            <a:r>
              <a:rPr lang="en-US" dirty="0"/>
              <a:t>       </a:t>
            </a:r>
            <a:r>
              <a:rPr dirty="0"/>
              <a:t>13–17	</a:t>
            </a:r>
            <a:r>
              <a:rPr lang="en-US" dirty="0"/>
              <a:t>                 </a:t>
            </a:r>
            <a:r>
              <a:rPr dirty="0"/>
              <a:t>10</a:t>
            </a:r>
          </a:p>
          <a:p>
            <a:r>
              <a:rPr dirty="0"/>
              <a:t>RBC Count	</a:t>
            </a:r>
            <a:r>
              <a:rPr lang="en-US" dirty="0"/>
              <a:t>       </a:t>
            </a:r>
            <a:r>
              <a:rPr dirty="0"/>
              <a:t>4.5–5.9	</a:t>
            </a:r>
            <a:r>
              <a:rPr lang="en-US" dirty="0"/>
              <a:t>                  </a:t>
            </a:r>
            <a:r>
              <a:rPr dirty="0"/>
              <a:t>4.2</a:t>
            </a:r>
          </a:p>
          <a:p>
            <a:r>
              <a:rPr dirty="0"/>
              <a:t>WBC Count	</a:t>
            </a:r>
            <a:r>
              <a:rPr lang="en-US" dirty="0"/>
              <a:t>       </a:t>
            </a:r>
            <a:r>
              <a:rPr dirty="0"/>
              <a:t>4000–11000	</a:t>
            </a:r>
            <a:r>
              <a:rPr lang="en-US" dirty="0"/>
              <a:t>      </a:t>
            </a:r>
            <a:r>
              <a:rPr dirty="0"/>
              <a:t>9000</a:t>
            </a:r>
          </a:p>
          <a:p>
            <a:r>
              <a:rPr dirty="0"/>
              <a:t>Platelet Count	</a:t>
            </a:r>
            <a:r>
              <a:rPr lang="en-US" dirty="0"/>
              <a:t>       </a:t>
            </a:r>
            <a:r>
              <a:rPr dirty="0"/>
              <a:t>150000–450000	</a:t>
            </a:r>
            <a:r>
              <a:rPr lang="en-US" dirty="0"/>
              <a:t>      </a:t>
            </a:r>
            <a:r>
              <a:rPr dirty="0"/>
              <a:t>40000</a:t>
            </a:r>
          </a:p>
          <a:p>
            <a:r>
              <a:rPr dirty="0"/>
              <a:t>Blood Sugar	</a:t>
            </a:r>
            <a:r>
              <a:rPr lang="en-US" dirty="0"/>
              <a:t>        </a:t>
            </a:r>
            <a:r>
              <a:rPr dirty="0"/>
              <a:t>70–110	</a:t>
            </a:r>
            <a:r>
              <a:rPr lang="en-US" dirty="0"/>
              <a:t>                   </a:t>
            </a:r>
            <a:r>
              <a:rPr dirty="0"/>
              <a:t>210</a:t>
            </a:r>
          </a:p>
          <a:p>
            <a:r>
              <a:rPr dirty="0"/>
              <a:t>Cholesterol	</a:t>
            </a:r>
            <a:r>
              <a:rPr lang="en-US" dirty="0"/>
              <a:t>        </a:t>
            </a:r>
            <a:r>
              <a:rPr dirty="0"/>
              <a:t>125–200	</a:t>
            </a:r>
            <a:r>
              <a:rPr lang="en-US" dirty="0"/>
              <a:t>                   </a:t>
            </a:r>
            <a:r>
              <a:rPr dirty="0"/>
              <a:t>180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Disease 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Malaria: Low Hemoglobin + Low Platelet</a:t>
            </a:r>
          </a:p>
          <a:p>
            <a:r>
              <a:rPr dirty="0"/>
              <a:t>Dengue: Low Platelet + High/Normal WBC</a:t>
            </a:r>
          </a:p>
          <a:p>
            <a:r>
              <a:rPr dirty="0"/>
              <a:t>Diabetes: High Blood Sugar</a:t>
            </a:r>
          </a:p>
          <a:p>
            <a:r>
              <a:rPr dirty="0"/>
              <a:t>Doctor confirms disease and provides advice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dirty="0"/>
              <a:t>Individual report saved for each patient</a:t>
            </a:r>
          </a:p>
          <a:p>
            <a:r>
              <a:rPr lang="en-US" dirty="0"/>
              <a:t> </a:t>
            </a:r>
            <a:r>
              <a:rPr dirty="0"/>
              <a:t>Master summary report saves all patients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b="1" dirty="0"/>
              <a:t>Report includes:</a:t>
            </a:r>
          </a:p>
          <a:p>
            <a:r>
              <a:rPr lang="en-US" dirty="0"/>
              <a:t> </a:t>
            </a:r>
            <a:r>
              <a:rPr dirty="0"/>
              <a:t>Test Results</a:t>
            </a:r>
          </a:p>
          <a:p>
            <a:r>
              <a:rPr lang="en-US" dirty="0"/>
              <a:t> </a:t>
            </a:r>
            <a:r>
              <a:rPr dirty="0"/>
              <a:t>Abnormal Detection</a:t>
            </a:r>
          </a:p>
          <a:p>
            <a:r>
              <a:rPr dirty="0"/>
              <a:t> Diseases</a:t>
            </a:r>
          </a:p>
          <a:p>
            <a:r>
              <a:rPr dirty="0"/>
              <a:t> Doctor Advice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844" y="33302"/>
            <a:ext cx="7429499" cy="1478570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rgbClr val="FFFF00"/>
                </a:solidFill>
                <a:latin typeface="Algerian" panose="04020705040A02060702" pitchFamily="82" charset="0"/>
              </a:rPr>
              <a:t>Sample Output (Console / Report)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744" y="1133856"/>
            <a:ext cx="7429499" cy="530961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/>
              <a:t>                                       </a:t>
            </a:r>
            <a:r>
              <a:rPr lang="en-US" sz="7200" b="1" dirty="0">
                <a:solidFill>
                  <a:schemeClr val="bg1"/>
                </a:solidFill>
              </a:rPr>
              <a:t>Individual Report Example</a:t>
            </a:r>
          </a:p>
          <a:p>
            <a:r>
              <a:rPr sz="4800" dirty="0"/>
              <a:t>Console Input Example:</a:t>
            </a:r>
            <a:r>
              <a:rPr lang="en-US" sz="4800" dirty="0"/>
              <a:t>                                                      :</a:t>
            </a:r>
          </a:p>
          <a:p>
            <a:r>
              <a:rPr lang="en-US" sz="4800" dirty="0"/>
              <a:t>Hemoglobin: 10 -&gt; Low</a:t>
            </a:r>
          </a:p>
          <a:p>
            <a:r>
              <a:rPr lang="en-US" sz="4800" dirty="0"/>
              <a:t>RBC Count: 4.2 -&gt; Low</a:t>
            </a:r>
          </a:p>
          <a:p>
            <a:r>
              <a:rPr lang="en-US" sz="4800" dirty="0"/>
              <a:t>WBC Count: 9000 -&gt; Normal</a:t>
            </a:r>
          </a:p>
          <a:p>
            <a:r>
              <a:rPr lang="en-US" sz="4800" dirty="0"/>
              <a:t>Blood Sugar: 210 -&gt; High</a:t>
            </a:r>
          </a:p>
          <a:p>
            <a:r>
              <a:rPr lang="en-US" sz="4800" dirty="0"/>
              <a:t>Disease: Diabetes</a:t>
            </a:r>
          </a:p>
          <a:p>
            <a:r>
              <a:rPr lang="en-US" sz="4800" dirty="0"/>
              <a:t>Advice: Reduce sugar intake, exercise regularly</a:t>
            </a:r>
          </a:p>
          <a:p>
            <a:endParaRPr sz="4800" dirty="0"/>
          </a:p>
          <a:p>
            <a:r>
              <a:rPr lang="en-US" sz="4800" dirty="0"/>
              <a:t>Enter patient name: Saran</a:t>
            </a:r>
          </a:p>
          <a:p>
            <a:r>
              <a:rPr lang="en-US" sz="4800" dirty="0"/>
              <a:t>Hemoglobin: 10</a:t>
            </a:r>
          </a:p>
          <a:p>
            <a:r>
              <a:rPr lang="en-US" sz="4800" dirty="0"/>
              <a:t>RBC Count: 4.2</a:t>
            </a:r>
          </a:p>
          <a:p>
            <a:r>
              <a:rPr lang="en-US" sz="4800" dirty="0"/>
              <a:t>WBC Count: 9000</a:t>
            </a:r>
          </a:p>
          <a:p>
            <a:r>
              <a:rPr lang="en-US" sz="4800" dirty="0"/>
              <a:t>Platelet Count: 40000</a:t>
            </a:r>
          </a:p>
          <a:p>
            <a:r>
              <a:rPr lang="en-US" sz="4800" dirty="0"/>
              <a:t>Blood Sugar: 210</a:t>
            </a:r>
          </a:p>
          <a:p>
            <a:r>
              <a:rPr lang="en-US" sz="4800" dirty="0"/>
              <a:t>Cholesterol: 180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Quick detection of blood abnormalities</a:t>
            </a:r>
          </a:p>
          <a:p>
            <a:r>
              <a:rPr dirty="0"/>
              <a:t>Assists doctors in diagnosing diseases</a:t>
            </a:r>
          </a:p>
          <a:p>
            <a:r>
              <a:rPr dirty="0"/>
              <a:t>Easy record keeping</a:t>
            </a:r>
          </a:p>
          <a:p>
            <a:r>
              <a:rPr dirty="0"/>
              <a:t>Motivates patients with advice</a:t>
            </a:r>
          </a:p>
          <a:p>
            <a:r>
              <a:rPr dirty="0"/>
              <a:t>Fully Core Python – lightweight and portable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blood test analysis with doctor guidance</a:t>
            </a:r>
          </a:p>
          <a:p>
            <a:r>
              <a:rPr dirty="0"/>
              <a:t>Useful for clinics / small hospitals / patient awareness</a:t>
            </a:r>
          </a:p>
          <a:p>
            <a:r>
              <a:rPr dirty="0"/>
              <a:t>Can extend with GUI / CSV export / database integration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90DE-5154-46D9-D27E-624F7FF7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140" y="2515898"/>
            <a:ext cx="7429499" cy="147857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Thank you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180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36</TotalTime>
  <Words>342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Tw Cen MT</vt:lpstr>
      <vt:lpstr>Circuit</vt:lpstr>
      <vt:lpstr>Blood Test Report Analyzer – Doctor Diagnostic Version</vt:lpstr>
      <vt:lpstr>Project Overview</vt:lpstr>
      <vt:lpstr>Features</vt:lpstr>
      <vt:lpstr>Blood Test Input (Sample)</vt:lpstr>
      <vt:lpstr>Disease Detection Rules</vt:lpstr>
      <vt:lpstr>Report Generation</vt:lpstr>
      <vt:lpstr>Sample Output (Console / Report)</vt:lpstr>
      <vt:lpstr>Advantages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Saran s</dc:creator>
  <cp:keywords/>
  <dc:description>generated using python-pptx</dc:description>
  <cp:lastModifiedBy>Saran s</cp:lastModifiedBy>
  <cp:revision>3</cp:revision>
  <dcterms:created xsi:type="dcterms:W3CDTF">2013-01-27T09:14:16Z</dcterms:created>
  <dcterms:modified xsi:type="dcterms:W3CDTF">2025-10-05T14:48:48Z</dcterms:modified>
  <cp:category/>
</cp:coreProperties>
</file>